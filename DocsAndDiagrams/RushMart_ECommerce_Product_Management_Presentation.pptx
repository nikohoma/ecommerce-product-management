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Rush Mart - E-Commerce Product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Scalable Microservices-Based Product Lifecycle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>
                <a:latin typeface="Calibri"/>
              </a:rPr>
              <a:t>Built a scalable E-Commerce Product Management platform using ASP.NET Core Microservices and Angular.</a:t>
            </a:r>
          </a:p>
          <a:p>
            <a:pPr>
              <a:defRPr sz="1800"/>
            </a:pPr>
            <a:r>
              <a:rPr>
                <a:latin typeface="Calibri"/>
              </a:rPr>
              <a:t>Supports product onboarding, pricing, inventory, workflow approvals, publishing, and reporting.</a:t>
            </a:r>
          </a:p>
          <a:p>
            <a:pPr>
              <a:defRPr sz="1800"/>
            </a:pPr>
            <a:r>
              <a:rPr>
                <a:latin typeface="Calibri"/>
              </a:rPr>
              <a:t>Uses Ocelot API Gateway for centralized routing and JWT-based authentication.</a:t>
            </a:r>
          </a:p>
          <a:p>
            <a:pPr>
              <a:defRPr sz="1800"/>
            </a:pPr>
            <a:r>
              <a:rPr>
                <a:latin typeface="Calibri"/>
              </a:rPr>
              <a:t>Designed with Clean Architecture for modularity, maintainability, and testability.</a:t>
            </a:r>
          </a:p>
          <a:p>
            <a:pPr>
              <a:defRPr sz="1800"/>
            </a:pPr>
            <a:r>
              <a:rPr>
                <a:latin typeface="Calibri"/>
              </a:rPr>
              <a:t>Each microservice owns an isolated database for scalability and loose coupling.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>
                <a:latin typeface="Calibri"/>
              </a:rP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89" y="1121434"/>
            <a:ext cx="8518477" cy="41802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>
                <a:latin typeface="Calibri"/>
              </a:rPr>
              <a:t>Microservices architecture with API Gateway, RabbitMQ messaging, and isolated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>
                <a:latin typeface="Calibri"/>
              </a:rPr>
              <a:t>Frontend: Angular</a:t>
            </a:r>
          </a:p>
          <a:p>
            <a:pPr>
              <a:defRPr sz="1800"/>
            </a:pPr>
            <a:r>
              <a:rPr>
                <a:latin typeface="Calibri"/>
              </a:rPr>
              <a:t>Backend: ASP.NET Core Web API</a:t>
            </a:r>
          </a:p>
          <a:p>
            <a:pPr>
              <a:defRPr sz="1800"/>
            </a:pPr>
            <a:r>
              <a:rPr>
                <a:latin typeface="Calibri"/>
              </a:rPr>
              <a:t>API Gateway: Ocelot</a:t>
            </a:r>
          </a:p>
          <a:p>
            <a:pPr>
              <a:defRPr sz="1800"/>
            </a:pPr>
            <a:r>
              <a:rPr>
                <a:latin typeface="Calibri"/>
              </a:rPr>
              <a:t>Database Access: Entity Framework Core (Code-First)</a:t>
            </a:r>
          </a:p>
          <a:p>
            <a:pPr>
              <a:defRPr sz="1800"/>
            </a:pPr>
            <a:r>
              <a:rPr>
                <a:latin typeface="Calibri"/>
              </a:rPr>
              <a:t>Authentication: JWT Token-Based Authentication</a:t>
            </a:r>
          </a:p>
          <a:p>
            <a:pPr>
              <a:defRPr sz="1800"/>
            </a:pPr>
            <a:r>
              <a:rPr>
                <a:latin typeface="Calibri"/>
              </a:rPr>
              <a:t>Messaging: RabbitMQ</a:t>
            </a:r>
          </a:p>
          <a:p>
            <a:pPr>
              <a:defRPr sz="1800"/>
            </a:pPr>
            <a:r>
              <a:rPr>
                <a:latin typeface="Calibri"/>
              </a:rPr>
              <a:t>Testing: NUnit</a:t>
            </a:r>
          </a:p>
          <a:p>
            <a:pPr>
              <a:defRPr sz="1800"/>
            </a:pPr>
            <a:r>
              <a:rPr>
                <a:latin typeface="Calibri"/>
              </a:rPr>
              <a:t>Documentation &amp; Testing: Swagger / Postman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>
                <a:latin typeface="Calibri"/>
              </a:rPr>
              <a:t>Workflow &amp; Service Communication</a:t>
            </a:r>
          </a:p>
        </p:txBody>
      </p:sp>
      <p:pic>
        <p:nvPicPr>
          <p:cNvPr id="3" name="Picture 2" descr="Flow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19" y="822960"/>
            <a:ext cx="763036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>
                <a:latin typeface="Calibri"/>
              </a:rPr>
              <a:t>Shows communication flow between gateway, microservices, databases, and RabbitMQ.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Microservices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>
                <a:latin typeface="Calibri"/>
              </a:rPr>
              <a:t>Auth Service: Handles registration, login, JWT generation, and role management.</a:t>
            </a:r>
          </a:p>
          <a:p>
            <a:pPr>
              <a:defRPr sz="1800"/>
            </a:pPr>
            <a:r>
              <a:rPr>
                <a:latin typeface="Calibri"/>
              </a:rPr>
              <a:t>Catalog Service: Manages product data, categories, media assets, and CRUD operations.</a:t>
            </a:r>
          </a:p>
          <a:p>
            <a:pPr>
              <a:defRPr sz="1800"/>
            </a:pPr>
            <a:r>
              <a:rPr>
                <a:latin typeface="Calibri"/>
              </a:rPr>
              <a:t>Workflow Service: Handles pricing, inventory, review, approval, and lifecycle states.</a:t>
            </a:r>
          </a:p>
          <a:p>
            <a:pPr>
              <a:defRPr sz="1800"/>
            </a:pPr>
            <a:r>
              <a:rPr>
                <a:latin typeface="Calibri"/>
              </a:rPr>
              <a:t>Reporting/Admin Service: Provides KPI dashboards, reports, and audit logs.</a:t>
            </a:r>
          </a:p>
          <a:p>
            <a:pPr>
              <a:defRPr sz="1800"/>
            </a:pPr>
            <a:r>
              <a:rPr>
                <a:latin typeface="Calibri"/>
              </a:rPr>
              <a:t>Cart &amp; Order Services: Handle shopping cart operations and order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>
                <a:latin typeface="Calibri"/>
              </a:rPr>
              <a:t>Use Case Diagram</a:t>
            </a:r>
          </a:p>
        </p:txBody>
      </p:sp>
      <p:pic>
        <p:nvPicPr>
          <p:cNvPr id="3" name="Picture 2" descr="UseCaseDiagram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17" y="822960"/>
            <a:ext cx="342176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>
                <a:latin typeface="Calibri"/>
              </a:rPr>
              <a:t>Illustrates role-based operations for User, Content Executive, Product Manager, and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Lifecycle &amp; 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>
                <a:latin typeface="Calibri"/>
              </a:rPr>
              <a:t>Lifecycle: Draft → Enrichment → Ready for Review → Approved → Published → Archived.</a:t>
            </a:r>
          </a:p>
          <a:p>
            <a:pPr>
              <a:defRPr sz="1800"/>
            </a:pPr>
            <a:r>
              <a:rPr>
                <a:latin typeface="Calibri"/>
              </a:rPr>
              <a:t>Rejected products can be reworked and resubmitted.</a:t>
            </a:r>
          </a:p>
          <a:p>
            <a:pPr>
              <a:defRPr sz="1800"/>
            </a:pPr>
            <a:r>
              <a:rPr>
                <a:latin typeface="Calibri"/>
              </a:rPr>
              <a:t>Sale Price must not exceed MRP.</a:t>
            </a:r>
          </a:p>
          <a:p>
            <a:pPr>
              <a:defRPr sz="1800"/>
            </a:pPr>
            <a:r>
              <a:rPr>
                <a:latin typeface="Calibri"/>
              </a:rPr>
              <a:t>Only Admin users can approve, publish, or archive products.</a:t>
            </a:r>
          </a:p>
          <a:p>
            <a:pPr>
              <a:defRPr sz="1800"/>
            </a:pPr>
            <a:r>
              <a:rPr>
                <a:latin typeface="Calibri"/>
              </a:rPr>
              <a:t>Audit logs maintain full traceability for product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Security, Scalability &amp;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>
                <a:latin typeface="Calibri"/>
              </a:rPr>
              <a:t>JWT-based authentication and role-based authorization using claims.</a:t>
            </a:r>
          </a:p>
          <a:p>
            <a:pPr>
              <a:defRPr sz="1800"/>
            </a:pPr>
            <a:r>
              <a:rPr>
                <a:latin typeface="Calibri"/>
              </a:rPr>
              <a:t>API Gateway Pattern for centralized request routing.</a:t>
            </a:r>
          </a:p>
          <a:p>
            <a:pPr>
              <a:defRPr sz="1800"/>
            </a:pPr>
            <a:r>
              <a:rPr>
                <a:latin typeface="Calibri"/>
              </a:rPr>
              <a:t>Repository Pattern and DTO Pattern for clean data access and transfer.</a:t>
            </a:r>
          </a:p>
          <a:p>
            <a:pPr>
              <a:defRPr sz="1800"/>
            </a:pPr>
            <a:r>
              <a:rPr>
                <a:latin typeface="Calibri"/>
              </a:rPr>
              <a:t>Microservices architecture enables independent deployment and scaling.</a:t>
            </a:r>
          </a:p>
          <a:p>
            <a:pPr>
              <a:defRPr sz="1800"/>
            </a:pPr>
            <a:r>
              <a:rPr>
                <a:latin typeface="Calibri"/>
              </a:rPr>
              <a:t>Future-ready design with RabbitMQ-based asynchronous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Achievements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>
                <a:latin typeface="Calibri"/>
              </a:rPr>
              <a:t>Implemented modular microservices with independent databases.</a:t>
            </a:r>
          </a:p>
          <a:p>
            <a:pPr>
              <a:defRPr sz="1800"/>
            </a:pPr>
            <a:r>
              <a:rPr dirty="0">
                <a:latin typeface="Calibri"/>
              </a:rPr>
              <a:t>Built complete product lifecycle workflow management.</a:t>
            </a:r>
          </a:p>
          <a:p>
            <a:pPr>
              <a:defRPr sz="1800"/>
            </a:pPr>
            <a:r>
              <a:rPr dirty="0">
                <a:latin typeface="Calibri"/>
              </a:rPr>
              <a:t>Integrated secure authentication and centralized gateway routing.</a:t>
            </a:r>
          </a:p>
          <a:p>
            <a:pPr>
              <a:defRPr sz="1800"/>
            </a:pPr>
            <a:r>
              <a:rPr dirty="0">
                <a:latin typeface="Calibri"/>
              </a:rPr>
              <a:t>Added audit logging and reporting for traceability.</a:t>
            </a:r>
          </a:p>
          <a:p>
            <a:pPr>
              <a:defRPr sz="1800"/>
            </a:pPr>
            <a:r>
              <a:rPr dirty="0">
                <a:latin typeface="Calibri"/>
              </a:rPr>
              <a:t>Future Enhancements: </a:t>
            </a:r>
            <a:r>
              <a:rPr lang="en-IN" dirty="0">
                <a:latin typeface="Calibri"/>
              </a:rPr>
              <a:t>Redis </a:t>
            </a:r>
            <a:r>
              <a:rPr dirty="0">
                <a:latin typeface="Calibri"/>
              </a:rPr>
              <a:t>caching, distributed logging, recommendation engine, analytics, and event-driven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412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Rush Mart - E-Commerce Product Management System</vt:lpstr>
      <vt:lpstr>Project Overview</vt:lpstr>
      <vt:lpstr>PowerPoint Presentation</vt:lpstr>
      <vt:lpstr>Technology Stack</vt:lpstr>
      <vt:lpstr>PowerPoint Presentation</vt:lpstr>
      <vt:lpstr>Microservices Breakdown</vt:lpstr>
      <vt:lpstr>PowerPoint Presentation</vt:lpstr>
      <vt:lpstr>Product Lifecycle &amp; Business Rules</vt:lpstr>
      <vt:lpstr>Security, Scalability &amp; Design Patterns</vt:lpstr>
      <vt:lpstr>Key Achievements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.</dc:creator>
  <cp:keywords/>
  <dc:description>generated using python-pptx</dc:description>
  <cp:lastModifiedBy>Nikhil .</cp:lastModifiedBy>
  <cp:revision>3</cp:revision>
  <dcterms:created xsi:type="dcterms:W3CDTF">2013-01-27T09:14:16Z</dcterms:created>
  <dcterms:modified xsi:type="dcterms:W3CDTF">2026-05-17T17:01:53Z</dcterms:modified>
  <cp:category/>
</cp:coreProperties>
</file>